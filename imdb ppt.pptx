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506"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custDataLst>
    <p:tags r:id="rId12"/>
  </p:custDataLst>
  <p:defaultTextStyle>
    <a:defPPr lvl="0">
      <a:defRPr lang="en-US"/>
    </a:defPPr>
    <a:lvl1pPr lvl="0"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lvl="1"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lvl="2"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lvl="3"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lvl="4"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lvl="5" algn="l" defTabSz="914400" rtl="0" eaLnBrk="1" latinLnBrk="0" hangingPunct="1">
      <a:defRPr kern="1200">
        <a:solidFill>
          <a:schemeClr val="tx1"/>
        </a:solidFill>
        <a:latin typeface="Arial" pitchFamily="34" charset="0"/>
        <a:ea typeface="MS PGothic" pitchFamily="34" charset="-128"/>
        <a:cs typeface="+mn-cs"/>
      </a:defRPr>
    </a:lvl6pPr>
    <a:lvl7pPr marL="2743200" lvl="6" algn="l" defTabSz="914400" rtl="0" eaLnBrk="1" latinLnBrk="0" hangingPunct="1">
      <a:defRPr kern="1200">
        <a:solidFill>
          <a:schemeClr val="tx1"/>
        </a:solidFill>
        <a:latin typeface="Arial" pitchFamily="34" charset="0"/>
        <a:ea typeface="MS PGothic" pitchFamily="34" charset="-128"/>
        <a:cs typeface="+mn-cs"/>
      </a:defRPr>
    </a:lvl7pPr>
    <a:lvl8pPr marL="3200400" lvl="7" algn="l" defTabSz="914400" rtl="0" eaLnBrk="1" latinLnBrk="0" hangingPunct="1">
      <a:defRPr kern="1200">
        <a:solidFill>
          <a:schemeClr val="tx1"/>
        </a:solidFill>
        <a:latin typeface="Arial" pitchFamily="34" charset="0"/>
        <a:ea typeface="MS PGothic" pitchFamily="34" charset="-128"/>
        <a:cs typeface="+mn-cs"/>
      </a:defRPr>
    </a:lvl8pPr>
    <a:lvl9pPr marL="3657600" lvl="8"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ea typeface="ＭＳ Ｐゴシック" charset="-128"/>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fld id="{88709C98-B80A-4F28-AF74-CF08CF81A715}" type="datetime1">
              <a:rPr lang="en-US"/>
              <a:pPr/>
              <a:t>3/13/2024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ea typeface="ＭＳ Ｐゴシック" charset="-128"/>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fld id="{4D112868-65FD-4572-A383-97DC0EC9B913}" type="slidenum">
              <a:rPr lang="en-US"/>
              <a:pPr/>
              <a:t>‹#›</a:t>
            </a:fld>
            <a:endParaRPr lang="en-US"/>
          </a:p>
        </p:txBody>
      </p:sp>
    </p:spTree>
    <p:extLst>
      <p:ext uri="{BB962C8B-B14F-4D97-AF65-F5344CB8AC3E}">
        <p14:creationId xmlns:p14="http://schemas.microsoft.com/office/powerpoint/2010/main" val="3981724600"/>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a:cs typeface="MS PGothic"/>
      </a:defRPr>
    </a:lvl1pPr>
    <a:lvl2pPr marL="457200" algn="l" defTabSz="457200" rtl="0" eaLnBrk="0" fontAlgn="base" hangingPunct="0">
      <a:spcBef>
        <a:spcPct val="30000"/>
      </a:spcBef>
      <a:spcAft>
        <a:spcPct val="0"/>
      </a:spcAft>
      <a:defRPr sz="1200" kern="1200">
        <a:solidFill>
          <a:schemeClr val="tx1"/>
        </a:solidFill>
        <a:latin typeface="+mn-lt"/>
        <a:ea typeface="MS PGothic"/>
        <a:cs typeface="MS PGothic"/>
      </a:defRPr>
    </a:lvl2pPr>
    <a:lvl3pPr marL="914400" algn="l" defTabSz="457200" rtl="0" eaLnBrk="0" fontAlgn="base" hangingPunct="0">
      <a:spcBef>
        <a:spcPct val="30000"/>
      </a:spcBef>
      <a:spcAft>
        <a:spcPct val="0"/>
      </a:spcAft>
      <a:defRPr sz="1200" kern="1200">
        <a:solidFill>
          <a:schemeClr val="tx1"/>
        </a:solidFill>
        <a:latin typeface="+mn-lt"/>
        <a:ea typeface="MS PGothic"/>
        <a:cs typeface="MS PGothic"/>
      </a:defRPr>
    </a:lvl3pPr>
    <a:lvl4pPr marL="1371600" algn="l" defTabSz="457200" rtl="0" eaLnBrk="0" fontAlgn="base" hangingPunct="0">
      <a:spcBef>
        <a:spcPct val="30000"/>
      </a:spcBef>
      <a:spcAft>
        <a:spcPct val="0"/>
      </a:spcAft>
      <a:defRPr sz="1200" kern="1200">
        <a:solidFill>
          <a:schemeClr val="tx1"/>
        </a:solidFill>
        <a:latin typeface="+mn-lt"/>
        <a:ea typeface="MS PGothic"/>
        <a:cs typeface="MS PGothic"/>
      </a:defRPr>
    </a:lvl4pPr>
    <a:lvl5pPr marL="1828800" algn="l" defTabSz="457200" rtl="0" eaLnBrk="0" fontAlgn="base" hangingPunct="0">
      <a:spcBef>
        <a:spcPct val="30000"/>
      </a:spcBef>
      <a:spcAft>
        <a:spcPct val="0"/>
      </a:spcAft>
      <a:defRPr sz="1200" kern="1200">
        <a:solidFill>
          <a:schemeClr val="tx1"/>
        </a:solidFill>
        <a:latin typeface="+mn-lt"/>
        <a:ea typeface="MS PGothic"/>
        <a:cs typeface="MS PGothic"/>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112868-65FD-4572-A383-97DC0EC9B913}" type="slidenum">
              <a:rPr lang="en-US" smtClean="0"/>
              <a:pPr/>
              <a:t>1</a:t>
            </a:fld>
            <a:endParaRPr lang="en-US"/>
          </a:p>
        </p:txBody>
      </p:sp>
    </p:spTree>
    <p:extLst>
      <p:ext uri="{BB962C8B-B14F-4D97-AF65-F5344CB8AC3E}">
        <p14:creationId xmlns:p14="http://schemas.microsoft.com/office/powerpoint/2010/main" val="432700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1100" dirty="0"/>
          </a:p>
        </p:txBody>
      </p:sp>
      <p:sp>
        <p:nvSpPr>
          <p:cNvPr id="4" name="Slide Number Placeholder 3"/>
          <p:cNvSpPr>
            <a:spLocks noGrp="1"/>
          </p:cNvSpPr>
          <p:nvPr>
            <p:ph type="sldNum" sz="quarter" idx="10"/>
          </p:nvPr>
        </p:nvSpPr>
        <p:spPr/>
        <p:txBody>
          <a:bodyPr/>
          <a:lstStyle/>
          <a:p>
            <a:fld id="{4D112868-65FD-4572-A383-97DC0EC9B913}" type="slidenum">
              <a:rPr lang="en-US" smtClean="0"/>
              <a:pPr/>
              <a:t>2</a:t>
            </a:fld>
            <a:endParaRPr lang="en-US"/>
          </a:p>
        </p:txBody>
      </p:sp>
    </p:spTree>
    <p:extLst>
      <p:ext uri="{BB962C8B-B14F-4D97-AF65-F5344CB8AC3E}">
        <p14:creationId xmlns:p14="http://schemas.microsoft.com/office/powerpoint/2010/main" val="3145726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523EB20-6FC5-4DDA-8F23-B813642F520C}"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FFC4ABB8-5B0F-4AA4-B6A6-7C7E2BD089D3}" type="slidenum">
              <a:rPr lang="en-US" smtClean="0"/>
              <a:pPr/>
              <a:t>‹#›</a:t>
            </a:fld>
            <a:endParaRPr lang="en-US"/>
          </a:p>
        </p:txBody>
      </p:sp>
    </p:spTree>
    <p:extLst>
      <p:ext uri="{BB962C8B-B14F-4D97-AF65-F5344CB8AC3E}">
        <p14:creationId xmlns:p14="http://schemas.microsoft.com/office/powerpoint/2010/main" val="4101094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DF5B256-931F-40A0-BC73-FE5211075C35}"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8BD8F058-9003-4658-AA47-7D4800AF7EA2}" type="slidenum">
              <a:rPr lang="en-US" smtClean="0"/>
              <a:pPr/>
              <a:t>‹#›</a:t>
            </a:fld>
            <a:endParaRPr lang="en-US"/>
          </a:p>
        </p:txBody>
      </p:sp>
    </p:spTree>
    <p:extLst>
      <p:ext uri="{BB962C8B-B14F-4D97-AF65-F5344CB8AC3E}">
        <p14:creationId xmlns:p14="http://schemas.microsoft.com/office/powerpoint/2010/main" val="3359987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293503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E7C4ED-81C0-4682-BCCB-104FB5DDBDCB}" type="datetime1">
              <a:rPr lang="en-US" smtClean="0"/>
              <a:pPr/>
              <a:t>3/13/2024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972155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E7C4ED-81C0-4682-BCCB-104FB5DDBDCB}" type="datetime1">
              <a:rPr lang="en-US" smtClean="0"/>
              <a:pPr/>
              <a:t>3/13/2024</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2085673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E7C4ED-81C0-4682-BCCB-104FB5DDBDCB}" type="datetime1">
              <a:rPr lang="en-US" smtClean="0"/>
              <a:pPr/>
              <a:t>3/13/2024</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1514837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7C4ED-81C0-4682-BCCB-104FB5DDBDCB}" type="datetime1">
              <a:rPr lang="en-US" smtClean="0"/>
              <a:pPr/>
              <a:t>3/13/2024</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402971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BE7C4ED-81C0-4682-BCCB-104FB5DDBDCB}" type="datetime1">
              <a:rPr lang="en-US" smtClean="0"/>
              <a:pPr/>
              <a:t>3/13/2024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2952023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BE7C4ED-81C0-4682-BCCB-104FB5DDBDCB}" type="datetime1">
              <a:rPr lang="en-US" smtClean="0"/>
              <a:pPr/>
              <a:t>3/13/2024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3113119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2964513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99713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2892685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56581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953534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2781840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E7C4ED-81C0-4682-BCCB-104FB5DDBDCB}" type="datetime1">
              <a:rPr lang="en-US" smtClean="0"/>
              <a:pPr/>
              <a:t>3/13/2024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75DC763-8AAC-4A07-A453-38B55A3783BD}" type="slidenum">
              <a:rPr lang="en-US" smtClean="0"/>
              <a:pPr/>
              <a:t>‹#›</a:t>
            </a:fld>
            <a:endParaRPr lang="en-US"/>
          </a:p>
        </p:txBody>
      </p:sp>
    </p:spTree>
    <p:extLst>
      <p:ext uri="{BB962C8B-B14F-4D97-AF65-F5344CB8AC3E}">
        <p14:creationId xmlns:p14="http://schemas.microsoft.com/office/powerpoint/2010/main" val="4282020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E7C4ED-81C0-4682-BCCB-104FB5DDBDCB}" type="datetime1">
              <a:rPr lang="en-US" smtClean="0"/>
              <a:pPr/>
              <a:t>3/13/2024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775DC763-8AAC-4A07-A453-38B55A3783BD}" type="slidenum">
              <a:rPr lang="en-US" smtClean="0"/>
              <a:pPr/>
              <a:t>‹#›</a:t>
            </a:fld>
            <a:endParaRPr lang="en-US"/>
          </a:p>
        </p:txBody>
      </p:sp>
    </p:spTree>
    <p:extLst>
      <p:ext uri="{BB962C8B-B14F-4D97-AF65-F5344CB8AC3E}">
        <p14:creationId xmlns:p14="http://schemas.microsoft.com/office/powerpoint/2010/main" val="3059263390"/>
      </p:ext>
    </p:extLst>
  </p:cSld>
  <p:clrMap bg1="lt1" tx1="dk1" bg2="lt2" tx2="dk2" accent1="accent1" accent2="accent2" accent3="accent3" accent4="accent4" accent5="accent5" accent6="accent6" hlink="hlink" folHlink="folHlink"/>
  <p:sldLayoutIdLst>
    <p:sldLayoutId id="2147484507" r:id="rId1"/>
    <p:sldLayoutId id="2147484508" r:id="rId2"/>
    <p:sldLayoutId id="2147484509" r:id="rId3"/>
    <p:sldLayoutId id="2147484510" r:id="rId4"/>
    <p:sldLayoutId id="2147484511" r:id="rId5"/>
    <p:sldLayoutId id="2147484512" r:id="rId6"/>
    <p:sldLayoutId id="2147484513" r:id="rId7"/>
    <p:sldLayoutId id="2147484514" r:id="rId8"/>
    <p:sldLayoutId id="2147484515" r:id="rId9"/>
    <p:sldLayoutId id="2147484516" r:id="rId10"/>
    <p:sldLayoutId id="2147484517" r:id="rId11"/>
    <p:sldLayoutId id="2147484518" r:id="rId12"/>
    <p:sldLayoutId id="2147484519" r:id="rId13"/>
    <p:sldLayoutId id="2147484520" r:id="rId14"/>
    <p:sldLayoutId id="2147484521" r:id="rId15"/>
    <p:sldLayoutId id="21474845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
          <p:cNvSpPr txBox="1">
            <a:spLocks noChangeArrowheads="1"/>
          </p:cNvSpPr>
          <p:nvPr/>
        </p:nvSpPr>
        <p:spPr bwMode="auto">
          <a:xfrm>
            <a:off x="457200" y="990600"/>
            <a:ext cx="8458200" cy="1066800"/>
          </a:xfrm>
          <a:prstGeom prst="rect">
            <a:avLst/>
          </a:prstGeom>
          <a:noFill/>
          <a:ln w="9525">
            <a:noFill/>
            <a:miter lim="800000"/>
            <a:headEnd/>
            <a:tailEnd/>
          </a:ln>
        </p:spPr>
        <p:txBody>
          <a:bodyPr tIns="33120" anchor="ctr"/>
          <a:lstStyle/>
          <a:p>
            <a:pPr algn="ctr"/>
            <a:r>
              <a:rPr lang="en-IN" sz="2400" b="1" dirty="0">
                <a:latin typeface="Calibri" pitchFamily="34" charset="0"/>
              </a:rPr>
              <a:t>Title of </a:t>
            </a:r>
            <a:r>
              <a:rPr lang="en-IN" sz="2400" b="1" dirty="0" smtClean="0">
                <a:latin typeface="Calibri" pitchFamily="34" charset="0"/>
              </a:rPr>
              <a:t>Project/internship</a:t>
            </a:r>
            <a:endParaRPr lang="en-US" sz="2400" b="1" dirty="0">
              <a:latin typeface="Calibri" pitchFamily="34" charset="0"/>
            </a:endParaRPr>
          </a:p>
        </p:txBody>
      </p:sp>
      <p:sp>
        <p:nvSpPr>
          <p:cNvPr id="4" name="TextBox 3"/>
          <p:cNvSpPr txBox="1"/>
          <p:nvPr/>
        </p:nvSpPr>
        <p:spPr>
          <a:xfrm>
            <a:off x="1866900" y="2297686"/>
            <a:ext cx="5638799" cy="2585323"/>
          </a:xfrm>
          <a:prstGeom prst="rect">
            <a:avLst/>
          </a:prstGeom>
          <a:noFill/>
        </p:spPr>
        <p:txBody>
          <a:bodyPr wrap="square" rtlCol="0">
            <a:spAutoFit/>
          </a:bodyPr>
          <a:lstStyle/>
          <a:p>
            <a:pPr algn="ctr"/>
            <a:r>
              <a:rPr lang="en-US" dirty="0"/>
              <a:t>Presented</a:t>
            </a:r>
          </a:p>
          <a:p>
            <a:pPr algn="ctr"/>
            <a:r>
              <a:rPr lang="en-US" dirty="0"/>
              <a:t> by</a:t>
            </a:r>
          </a:p>
          <a:p>
            <a:pPr algn="ctr"/>
            <a:r>
              <a:rPr lang="en-US" b="1" dirty="0"/>
              <a:t>Student Name</a:t>
            </a:r>
          </a:p>
          <a:p>
            <a:pPr algn="ctr"/>
            <a:r>
              <a:rPr lang="en-US" b="1" dirty="0"/>
              <a:t>Of </a:t>
            </a:r>
          </a:p>
          <a:p>
            <a:pPr algn="ctr"/>
            <a:r>
              <a:rPr lang="en-US" b="1" dirty="0" smtClean="0"/>
              <a:t>[Masters/Bachelors] </a:t>
            </a:r>
            <a:r>
              <a:rPr lang="en-US" b="1" dirty="0"/>
              <a:t>of Computer Applications</a:t>
            </a:r>
          </a:p>
          <a:p>
            <a:pPr algn="ctr"/>
            <a:r>
              <a:rPr lang="en-US" b="1" dirty="0"/>
              <a:t>under</a:t>
            </a:r>
          </a:p>
          <a:p>
            <a:pPr algn="ctr"/>
            <a:r>
              <a:rPr lang="en-US" dirty="0"/>
              <a:t>Roll No. </a:t>
            </a:r>
            <a:r>
              <a:rPr lang="en-US" dirty="0" smtClean="0"/>
              <a:t>XXXXXXXXX</a:t>
            </a:r>
          </a:p>
          <a:p>
            <a:pPr algn="ctr"/>
            <a:r>
              <a:rPr lang="en-US" b="1" dirty="0" smtClean="0"/>
              <a:t>At</a:t>
            </a:r>
          </a:p>
          <a:p>
            <a:pPr algn="ctr"/>
            <a:r>
              <a:rPr lang="en-US" b="1" dirty="0" smtClean="0"/>
              <a:t>Company Name</a:t>
            </a:r>
            <a:endParaRPr lang="en-US" b="1" dirty="0"/>
          </a:p>
        </p:txBody>
      </p:sp>
      <p:sp>
        <p:nvSpPr>
          <p:cNvPr id="5" name="TextBox 4"/>
          <p:cNvSpPr txBox="1"/>
          <p:nvPr/>
        </p:nvSpPr>
        <p:spPr>
          <a:xfrm>
            <a:off x="3305523" y="5100934"/>
            <a:ext cx="2685351" cy="923330"/>
          </a:xfrm>
          <a:prstGeom prst="rect">
            <a:avLst/>
          </a:prstGeom>
          <a:noFill/>
        </p:spPr>
        <p:txBody>
          <a:bodyPr wrap="none" rtlCol="0">
            <a:spAutoFit/>
          </a:bodyPr>
          <a:lstStyle/>
          <a:p>
            <a:pPr algn="ctr"/>
            <a:r>
              <a:rPr lang="en-US" dirty="0"/>
              <a:t>Under the supervision of</a:t>
            </a:r>
          </a:p>
          <a:p>
            <a:pPr algn="ctr"/>
            <a:r>
              <a:rPr lang="en-US" dirty="0"/>
              <a:t>Mr./Mrs.  Name</a:t>
            </a:r>
          </a:p>
          <a:p>
            <a:pPr algn="ctr"/>
            <a:r>
              <a:rPr lang="en-US" dirty="0"/>
              <a:t>Designation</a:t>
            </a:r>
          </a:p>
        </p:txBody>
      </p:sp>
      <p:sp>
        <p:nvSpPr>
          <p:cNvPr id="6" name="TextBox 5"/>
          <p:cNvSpPr txBox="1"/>
          <p:nvPr/>
        </p:nvSpPr>
        <p:spPr>
          <a:xfrm>
            <a:off x="1828800" y="6260068"/>
            <a:ext cx="5257800" cy="369332"/>
          </a:xfrm>
          <a:prstGeom prst="rect">
            <a:avLst/>
          </a:prstGeom>
          <a:noFill/>
        </p:spPr>
        <p:txBody>
          <a:bodyPr wrap="square" rtlCol="0">
            <a:spAutoFit/>
          </a:bodyPr>
          <a:lstStyle/>
          <a:p>
            <a:pPr algn="ctr"/>
            <a:r>
              <a:rPr lang="en-US" dirty="0">
                <a:solidFill>
                  <a:srgbClr val="FF0000"/>
                </a:solidFill>
              </a:rPr>
              <a:t>Department of Computer Applications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p:cNvSpPr>
            <a:spLocks noGrp="1"/>
          </p:cNvSpPr>
          <p:nvPr>
            <p:ph type="title"/>
          </p:nvPr>
        </p:nvSpPr>
        <p:spPr>
          <a:xfrm>
            <a:off x="381000" y="0"/>
            <a:ext cx="6096000" cy="838200"/>
          </a:xfrm>
        </p:spPr>
        <p:txBody>
          <a:bodyPr/>
          <a:lstStyle/>
          <a:p>
            <a:pPr algn="l"/>
            <a:r>
              <a:rPr lang="en-US" sz="3200" b="1" dirty="0">
                <a:solidFill>
                  <a:schemeClr val="bg1"/>
                </a:solidFill>
                <a:ea typeface="MS PGothic" pitchFamily="34" charset="-128"/>
              </a:rPr>
              <a:t>Contents</a:t>
            </a:r>
          </a:p>
        </p:txBody>
      </p:sp>
      <p:sp>
        <p:nvSpPr>
          <p:cNvPr id="3" name="Title 1"/>
          <p:cNvSpPr txBox="1">
            <a:spLocks/>
          </p:cNvSpPr>
          <p:nvPr/>
        </p:nvSpPr>
        <p:spPr bwMode="auto">
          <a:xfrm>
            <a:off x="609600" y="1295400"/>
            <a:ext cx="76962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457200" lvl="0" indent="-457200" algn="just" eaLnBrk="0" hangingPunct="0">
              <a:buFont typeface="Arial" panose="020B0604020202020204" pitchFamily="34" charset="0"/>
              <a:buChar char="•"/>
              <a:defRPr/>
            </a:pPr>
            <a:r>
              <a:rPr kumimoji="0" lang="fi-FI" sz="2800" i="0" u="none" strike="noStrike" kern="1200" cap="none" spc="0" normalizeH="0" baseline="0" noProof="0" dirty="0" smtClean="0">
                <a:ln>
                  <a:noFill/>
                </a:ln>
                <a:solidFill>
                  <a:schemeClr val="tx1"/>
                </a:solidFill>
                <a:effectLst/>
                <a:uLnTx/>
                <a:uFillTx/>
                <a:latin typeface="+mj-lt"/>
                <a:cs typeface="MS PGothic"/>
              </a:rPr>
              <a:t>ORGANIZATION </a:t>
            </a:r>
            <a:r>
              <a:rPr lang="fi-FI" sz="2800" dirty="0" smtClean="0">
                <a:cs typeface="MS PGothic"/>
              </a:rPr>
              <a:t>INTRODUCTION</a:t>
            </a:r>
            <a:r>
              <a:rPr kumimoji="0" lang="fi-FI" sz="2800" i="0" u="none" strike="noStrike" kern="1200" cap="none" spc="0" normalizeH="0" baseline="0" noProof="0" dirty="0" smtClean="0">
                <a:ln>
                  <a:noFill/>
                </a:ln>
                <a:solidFill>
                  <a:schemeClr val="tx1"/>
                </a:solidFill>
                <a:effectLst/>
                <a:uLnTx/>
                <a:uFillTx/>
                <a:latin typeface="+mj-lt"/>
                <a:cs typeface="MS PGothic"/>
              </a:rPr>
              <a:t>.</a:t>
            </a:r>
            <a:r>
              <a:rPr kumimoji="0" lang="fi-FI" sz="2800" i="0" u="none" strike="noStrike" kern="1200" cap="none" spc="0" normalizeH="0" noProof="0" dirty="0" smtClean="0">
                <a:ln>
                  <a:noFill/>
                </a:ln>
                <a:solidFill>
                  <a:schemeClr val="tx1"/>
                </a:solidFill>
                <a:effectLst/>
                <a:uLnTx/>
                <a:uFillTx/>
                <a:latin typeface="+mj-lt"/>
                <a:cs typeface="MS PGothic"/>
              </a:rPr>
              <a:t> </a:t>
            </a:r>
          </a:p>
          <a:p>
            <a:pPr marL="457200" lvl="0" indent="-457200" algn="just" eaLnBrk="0" hangingPunct="0">
              <a:buFont typeface="Arial" panose="020B0604020202020204" pitchFamily="34" charset="0"/>
              <a:buChar char="•"/>
              <a:defRPr/>
            </a:pPr>
            <a:r>
              <a:rPr lang="fi-FI" sz="2800" dirty="0" smtClean="0">
                <a:latin typeface="+mj-lt"/>
                <a:cs typeface="MS PGothic"/>
              </a:rPr>
              <a:t>PROJECT INTRODUCTION.</a:t>
            </a:r>
          </a:p>
          <a:p>
            <a:pPr marL="457200" lvl="0" indent="-457200" algn="just" eaLnBrk="0" hangingPunct="0">
              <a:buFont typeface="Arial" panose="020B0604020202020204" pitchFamily="34" charset="0"/>
              <a:buChar char="•"/>
              <a:defRPr/>
            </a:pPr>
            <a:r>
              <a:rPr lang="en-US" sz="2800" dirty="0"/>
              <a:t>FIND THE MOVIES WITH HIGHEST </a:t>
            </a:r>
            <a:r>
              <a:rPr lang="en-US" sz="2800" dirty="0" smtClean="0"/>
              <a:t>PROFIT.</a:t>
            </a:r>
          </a:p>
          <a:p>
            <a:pPr marL="457200" lvl="0" indent="-457200" algn="just" eaLnBrk="0" hangingPunct="0">
              <a:buFont typeface="Arial" panose="020B0604020202020204" pitchFamily="34" charset="0"/>
              <a:buChar char="•"/>
              <a:defRPr/>
            </a:pPr>
            <a:r>
              <a:rPr lang="en-US" sz="2800" dirty="0"/>
              <a:t>FIND THE BEST </a:t>
            </a:r>
            <a:r>
              <a:rPr lang="en-US" sz="2800" dirty="0" smtClean="0"/>
              <a:t>DIRECTOR.</a:t>
            </a:r>
          </a:p>
          <a:p>
            <a:pPr marL="457200" lvl="0" indent="-457200" algn="just" eaLnBrk="0" hangingPunct="0">
              <a:buFont typeface="Arial" panose="020B0604020202020204" pitchFamily="34" charset="0"/>
              <a:buChar char="•"/>
              <a:defRPr/>
            </a:pPr>
            <a:r>
              <a:rPr lang="en-US" sz="2800" dirty="0"/>
              <a:t>FIND POPULER </a:t>
            </a:r>
            <a:r>
              <a:rPr lang="en-US" sz="2800" dirty="0" smtClean="0"/>
              <a:t>GENRES</a:t>
            </a:r>
          </a:p>
          <a:p>
            <a:pPr marL="457200" lvl="0" indent="-457200" algn="just" eaLnBrk="0" hangingPunct="0">
              <a:buFont typeface="Arial" panose="020B0604020202020204" pitchFamily="34" charset="0"/>
              <a:buChar char="•"/>
              <a:defRPr/>
            </a:pPr>
            <a:r>
              <a:rPr lang="en-US" sz="2800" dirty="0"/>
              <a:t>SUM 0F NUM-VOTED-USER DECADE WISE</a:t>
            </a:r>
            <a:endParaRPr lang="en-US" sz="2800" dirty="0" smtClean="0"/>
          </a:p>
          <a:p>
            <a:pPr marL="457200" lvl="0" indent="-457200" algn="just" eaLnBrk="0" hangingPunct="0">
              <a:buFont typeface="Arial" panose="020B0604020202020204" pitchFamily="34" charset="0"/>
              <a:buChar char="•"/>
              <a:defRPr/>
            </a:pPr>
            <a:endParaRPr lang="fi-FI" sz="2400" dirty="0" smtClean="0">
              <a:latin typeface="+mj-lt"/>
              <a:cs typeface="MS PGothic"/>
            </a:endParaRPr>
          </a:p>
          <a:p>
            <a:pPr marL="457200" lvl="0" indent="-457200" algn="just" eaLnBrk="0" hangingPunct="0">
              <a:buFont typeface="Arial" panose="020B0604020202020204" pitchFamily="34" charset="0"/>
              <a:buChar char="•"/>
              <a:defRPr/>
            </a:pPr>
            <a:endParaRPr lang="fi-FI" sz="3200" dirty="0">
              <a:latin typeface="+mj-lt"/>
              <a:cs typeface="MS PGothic"/>
            </a:endParaRPr>
          </a:p>
          <a:p>
            <a:pPr lvl="0" algn="just" eaLnBrk="0" hangingPunct="0">
              <a:defRPr/>
            </a:pPr>
            <a:endParaRPr kumimoji="0" lang="en-US" sz="3200" i="0" u="none" strike="noStrike" kern="1200" cap="none" spc="0" normalizeH="0" baseline="0" noProof="0" dirty="0">
              <a:ln>
                <a:noFill/>
              </a:ln>
              <a:solidFill>
                <a:schemeClr val="tx1"/>
              </a:solidFill>
              <a:effectLst/>
              <a:uLnTx/>
              <a:uFillTx/>
              <a:latin typeface="+mj-lt"/>
              <a:cs typeface="MS PGothic"/>
            </a:endParaRPr>
          </a:p>
        </p:txBody>
      </p:sp>
    </p:spTree>
    <p:extLst>
      <p:ext uri="{BB962C8B-B14F-4D97-AF65-F5344CB8AC3E}">
        <p14:creationId xmlns:p14="http://schemas.microsoft.com/office/powerpoint/2010/main" val="261027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checkerboard(across)">
                                      <p:cBhvr>
                                        <p:cTn id="11" dur="500"/>
                                        <p:tgtEl>
                                          <p:spTgt spid="3">
                                            <p:txEl>
                                              <p:pRg st="1" end="1"/>
                                            </p:txEl>
                                          </p:spTgt>
                                        </p:tgtEl>
                                      </p:cBhvr>
                                    </p:animEffect>
                                  </p:childTnLst>
                                </p:cTn>
                              </p:par>
                            </p:childTnLst>
                          </p:cTn>
                        </p:par>
                        <p:par>
                          <p:cTn id="12" fill="hold">
                            <p:stCondLst>
                              <p:cond delay="1000"/>
                            </p:stCondLst>
                            <p:childTnLst>
                              <p:par>
                                <p:cTn id="13" presetID="5" presetClass="entr" presetSubtype="1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checkerboard(across)">
                                      <p:cBhvr>
                                        <p:cTn id="15" dur="500"/>
                                        <p:tgtEl>
                                          <p:spTgt spid="3">
                                            <p:txEl>
                                              <p:pRg st="2" end="2"/>
                                            </p:txEl>
                                          </p:spTgt>
                                        </p:tgtEl>
                                      </p:cBhvr>
                                    </p:animEffect>
                                  </p:childTnLst>
                                </p:cTn>
                              </p:par>
                            </p:childTnLst>
                          </p:cTn>
                        </p:par>
                        <p:par>
                          <p:cTn id="16" fill="hold">
                            <p:stCondLst>
                              <p:cond delay="1500"/>
                            </p:stCondLst>
                            <p:childTnLst>
                              <p:par>
                                <p:cTn id="17" presetID="5" presetClass="entr" presetSubtype="1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checkerboard(across)">
                                      <p:cBhvr>
                                        <p:cTn id="19" dur="500"/>
                                        <p:tgtEl>
                                          <p:spTgt spid="3">
                                            <p:txEl>
                                              <p:pRg st="3" end="3"/>
                                            </p:txEl>
                                          </p:spTgt>
                                        </p:tgtEl>
                                      </p:cBhvr>
                                    </p:animEffect>
                                  </p:childTnLst>
                                </p:cTn>
                              </p:par>
                            </p:childTnLst>
                          </p:cTn>
                        </p:par>
                        <p:par>
                          <p:cTn id="20" fill="hold">
                            <p:stCondLst>
                              <p:cond delay="2000"/>
                            </p:stCondLst>
                            <p:childTnLst>
                              <p:par>
                                <p:cTn id="21" presetID="5" presetClass="entr" presetSubtype="1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checkerboard(across)">
                                      <p:cBhvr>
                                        <p:cTn id="23" dur="500"/>
                                        <p:tgtEl>
                                          <p:spTgt spid="3">
                                            <p:txEl>
                                              <p:pRg st="4" end="4"/>
                                            </p:txEl>
                                          </p:spTgt>
                                        </p:tgtEl>
                                      </p:cBhvr>
                                    </p:animEffect>
                                  </p:childTnLst>
                                </p:cTn>
                              </p:par>
                            </p:childTnLst>
                          </p:cTn>
                        </p:par>
                        <p:par>
                          <p:cTn id="24" fill="hold">
                            <p:stCondLst>
                              <p:cond delay="2500"/>
                            </p:stCondLst>
                            <p:childTnLst>
                              <p:par>
                                <p:cTn id="25" presetID="5" presetClass="entr" presetSubtype="10" fill="hold"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checkerboard(across)">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6400800" cy="838200"/>
          </a:xfrm>
        </p:spPr>
        <p:txBody>
          <a:bodyPr/>
          <a:lstStyle/>
          <a:p>
            <a:pPr algn="l"/>
            <a:r>
              <a:rPr lang="fi-FI" sz="3200" dirty="0"/>
              <a:t>ORGANIZATION INTRODUCTION</a:t>
            </a:r>
            <a:endParaRPr lang="en-US" sz="3200" dirty="0"/>
          </a:p>
        </p:txBody>
      </p:sp>
      <p:sp>
        <p:nvSpPr>
          <p:cNvPr id="3" name="Content Placeholder 2"/>
          <p:cNvSpPr>
            <a:spLocks noGrp="1"/>
          </p:cNvSpPr>
          <p:nvPr>
            <p:ph idx="1"/>
          </p:nvPr>
        </p:nvSpPr>
        <p:spPr/>
        <p:txBody>
          <a:bodyPr>
            <a:normAutofit fontScale="92500" lnSpcReduction="20000"/>
          </a:bodyPr>
          <a:lstStyle/>
          <a:p>
            <a:pPr marL="0" indent="0">
              <a:buNone/>
            </a:pPr>
            <a:r>
              <a:rPr lang="en-US" sz="1800" dirty="0"/>
              <a:t>Future Finders is a ground-breaking platform that develops young Indian talent that is motivated to advance and forge successful careers in IT. We provide a variety of courses to help you launch your career and locate the employer that will assist you as you rise to the top. Our expertise with the latest tools and techniques, and the experience of our professional experts help us deliver high-end services to our esteemed clients. Future Finders educates students and developers about the most recent technologies that are now popular. We are working on distributing informational know-how and offering clients specialized services following global best practices. At Future Finders, we recognize your unrivalled skill and help you realize your creative ideas. Our sole goal is to provide students with cutting-edge practical skills that will enable them to swiftly and effectively adapt to the constantly evolving technologies found in the business world. At Future Finders, our goal is to raise educational standards via innovation in both quality and practical knowledge.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6400800" cy="838200"/>
          </a:xfrm>
        </p:spPr>
        <p:txBody>
          <a:bodyPr/>
          <a:lstStyle/>
          <a:p>
            <a:pPr algn="l"/>
            <a:r>
              <a:rPr lang="fi-FI" sz="3200"/>
              <a:t>PROJECT INTRODUCTION</a:t>
            </a:r>
            <a:endParaRPr lang="en-US" dirty="0"/>
          </a:p>
        </p:txBody>
      </p:sp>
      <p:sp>
        <p:nvSpPr>
          <p:cNvPr id="3" name="Content Placeholder 2"/>
          <p:cNvSpPr>
            <a:spLocks noGrp="1"/>
          </p:cNvSpPr>
          <p:nvPr>
            <p:ph idx="1"/>
          </p:nvPr>
        </p:nvSpPr>
        <p:spPr/>
        <p:txBody>
          <a:bodyPr/>
          <a:lstStyle/>
          <a:p>
            <a:pPr lvl="0"/>
            <a:r>
              <a:rPr lang="en-US" dirty="0"/>
              <a:t>IMDb-Clone is an impressive and meticulously designed </a:t>
            </a:r>
            <a:r>
              <a:rPr lang="en-US" b="1" dirty="0"/>
              <a:t>movie database website</a:t>
            </a:r>
            <a:r>
              <a:rPr lang="en-US" dirty="0"/>
              <a:t> built using React, Material-UI, and powered by the TMDB API. It offers users a seamless browsing experience to discover, and explore with a vast collection of movies.</a:t>
            </a:r>
            <a:endParaRPr lang="en-US" sz="2400"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0800" cy="838200"/>
          </a:xfrm>
        </p:spPr>
        <p:txBody>
          <a:bodyPr>
            <a:normAutofit fontScale="90000"/>
          </a:bodyPr>
          <a:lstStyle/>
          <a:p>
            <a:pPr algn="l"/>
            <a:r>
              <a:rPr lang="en-US" sz="2800" dirty="0" smtClean="0"/>
              <a:t>FIND THE MOVIES WITH HIGHEST PROFIT</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556361"/>
            <a:ext cx="6348413" cy="3089891"/>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0800" cy="838200"/>
          </a:xfrm>
        </p:spPr>
        <p:txBody>
          <a:bodyPr/>
          <a:lstStyle/>
          <a:p>
            <a:r>
              <a:rPr lang="en-US" dirty="0" smtClean="0"/>
              <a:t>FIND THE BEST DIRECTOR</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610917"/>
            <a:ext cx="6348413" cy="2980778"/>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0800" cy="838200"/>
          </a:xfrm>
        </p:spPr>
        <p:txBody>
          <a:bodyPr>
            <a:normAutofit fontScale="90000"/>
          </a:bodyPr>
          <a:lstStyle/>
          <a:p>
            <a:pPr algn="l"/>
            <a:r>
              <a:rPr lang="en-US" dirty="0" smtClean="0"/>
              <a:t>FIND POPULER GENRES</a:t>
            </a:r>
            <a:r>
              <a:rPr lang="en-US" dirty="0"/>
              <a:t/>
            </a:r>
            <a:br>
              <a:rPr lang="en-US" dirty="0"/>
            </a:br>
            <a:endParaRPr lang="en-US" dirty="0"/>
          </a:p>
        </p:txBody>
      </p:sp>
      <p:sp>
        <p:nvSpPr>
          <p:cNvPr id="3" name="Content Placeholder 2"/>
          <p:cNvSpPr>
            <a:spLocks noGrp="1"/>
          </p:cNvSpPr>
          <p:nvPr>
            <p:ph idx="1"/>
          </p:nvPr>
        </p:nvSpPr>
        <p:spPr/>
        <p:txBody>
          <a:bodyPr/>
          <a:lstStyle/>
          <a:p>
            <a:pPr algn="just">
              <a:buNone/>
            </a:pPr>
            <a:r>
              <a:rPr lang="en-US" sz="2000" dirty="0"/>
              <a:t>     </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89447"/>
            <a:ext cx="9144000" cy="4279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00800" cy="838200"/>
          </a:xfrm>
        </p:spPr>
        <p:txBody>
          <a:bodyPr>
            <a:normAutofit fontScale="90000"/>
          </a:bodyPr>
          <a:lstStyle/>
          <a:p>
            <a:r>
              <a:rPr lang="en-US" sz="2800" dirty="0" smtClean="0"/>
              <a:t>SUM 0F NUM-VOTED-USER DECADE WISE</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489405"/>
            <a:ext cx="6348413" cy="322380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534400" cy="5791200"/>
          </a:xfrm>
        </p:spPr>
        <p:txBody>
          <a:bodyPr/>
          <a:lstStyle/>
          <a:p>
            <a:pPr marL="0" lvl="0" indent="0">
              <a:buNone/>
            </a:pPr>
            <a:endParaRPr lang="en-US" sz="2400" dirty="0"/>
          </a:p>
          <a:p>
            <a:pPr marL="0" lvl="0" indent="0">
              <a:buNone/>
            </a:pPr>
            <a:endParaRPr lang="en-US" sz="2400" dirty="0"/>
          </a:p>
          <a:p>
            <a:pPr marL="0" lvl="0" indent="0">
              <a:buNone/>
            </a:pPr>
            <a:endParaRPr lang="en-US" sz="2400" dirty="0"/>
          </a:p>
          <a:p>
            <a:pPr marL="0" lvl="0" indent="0">
              <a:buNone/>
            </a:pPr>
            <a:endParaRPr lang="en-US" sz="2400" dirty="0"/>
          </a:p>
          <a:p>
            <a:pPr marL="0" lvl="0" indent="0">
              <a:buNone/>
            </a:pPr>
            <a:r>
              <a:rPr lang="en-US" sz="2400" dirty="0" smtClean="0"/>
              <a:t>              </a:t>
            </a:r>
            <a:r>
              <a:rPr lang="en-US" sz="9600" dirty="0" smtClean="0">
                <a:solidFill>
                  <a:schemeClr val="tx2">
                    <a:lumMod val="50000"/>
                  </a:schemeClr>
                </a:solidFill>
              </a:rPr>
              <a:t>THANK YOU</a:t>
            </a:r>
            <a:endParaRPr lang="en-US" sz="9600" dirty="0">
              <a:solidFill>
                <a:schemeClr val="tx2">
                  <a:lumMod val="50000"/>
                </a:schemeClr>
              </a:solidFill>
            </a:endParaRPr>
          </a:p>
          <a:p>
            <a:pPr>
              <a:buNone/>
            </a:pPr>
            <a:r>
              <a:rPr lang="en-US" sz="9600" b="1" dirty="0"/>
              <a:t> </a:t>
            </a:r>
            <a:endParaRPr lang="en-US" sz="9600" dirty="0"/>
          </a:p>
          <a:p>
            <a:endParaRPr lang="en-US" sz="2400"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AY_IGNORE_UCW" val="true"/>
  <p:tag name="PPT/SLIDES/SLIDE7.XML" val="3568379643"/>
  <p:tag name="PPT/SLIDES/SLIDE6.XML" val="3190331853"/>
  <p:tag name="PPT/SLIDES/SLIDE5.XML" val="2577633727"/>
  <p:tag name="PPT/SLIDES/SLIDE4.XML" val="1502558861"/>
  <p:tag name="PPT/SLIDES/SLIDE3.XML" val="1314067674"/>
  <p:tag name="PPT/SLIDES/SLIDE2.XML" val="1599646214"/>
  <p:tag name="PPT/SLIDES/SLIDE1.XML" val="3786673120"/>
  <p:tag name="PPT/SLIDES/SLIDE9.XML" val="2950133170"/>
  <p:tag name="PPT/SLIDES/SLIDE8.XML" val="4232097111"/>
  <p:tag name="PPT/SLIDEMASTERS/SLIDEMASTER1.XML" val="804063941"/>
  <p:tag name="PPT/NOTESSLIDES/NOTESSLIDE1.XML" val="2187845738"/>
  <p:tag name="PPT/NOTESSLIDES/NOTESSLIDE2.XML" val="2995160828"/>
  <p:tag name="PPT/SLIDELAYOUTS/SLIDELAYOUT2.XML" val="4282059363"/>
  <p:tag name="PPT/SLIDELAYOUTS/SLIDELAYOUT1.XML" val="649217353"/>
  <p:tag name="PPT/MEDIA/IMAGE1.JPEG" val="1194158920"/>
  <p:tag name="PPT/THEME/THEME2.XML" val="1722815428"/>
  <p:tag name="PPT/THEME/THEME1.XML" val="956944377"/>
  <p:tag name="PPT/NOTESMASTERS/NOTESMASTER1.XML" val="850900604"/>
  <p:tag name="PPT/MEDIA/IMAGE3.JPG" val="3165900162"/>
  <p:tag name="PPT/MEDIA/IMAGE5.JPG" val="829967298"/>
  <p:tag name="PPT/MEDIA/IMAGE2.JPG" val="569323441"/>
  <p:tag name="PPT/MEDIA/IMAGE4.JPG" val="1103556025"/>
</p:tagLst>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Facet</Template>
  <TotalTime>0</TotalTime>
  <Words>276</Words>
  <Application>Microsoft Office PowerPoint</Application>
  <PresentationFormat>On-screen Show (4:3)</PresentationFormat>
  <Paragraphs>39</Paragraphs>
  <Slides>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ＭＳ Ｐゴシック</vt:lpstr>
      <vt:lpstr>ＭＳ Ｐゴシック</vt:lpstr>
      <vt:lpstr>Arial</vt:lpstr>
      <vt:lpstr>Calibri</vt:lpstr>
      <vt:lpstr>Trebuchet MS</vt:lpstr>
      <vt:lpstr>Wingdings 3</vt:lpstr>
      <vt:lpstr>Facet</vt:lpstr>
      <vt:lpstr>PowerPoint Presentation</vt:lpstr>
      <vt:lpstr>Contents</vt:lpstr>
      <vt:lpstr>ORGANIZATION INTRODUCTION</vt:lpstr>
      <vt:lpstr>PROJECT INTRODUCTION</vt:lpstr>
      <vt:lpstr>FIND THE MOVIES WITH HIGHEST PROFIT</vt:lpstr>
      <vt:lpstr>FIND THE BEST DIRECTOR</vt:lpstr>
      <vt:lpstr>FIND POPULER GENRES </vt:lpstr>
      <vt:lpstr>SUM 0F NUM-VOTED-USER DECADE WISE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Ramdas</cp:lastModifiedBy>
  <cp:revision>1</cp:revision>
  <dcterms:modified xsi:type="dcterms:W3CDTF">2024-03-13T07:40:35Z</dcterms:modified>
</cp:coreProperties>
</file>